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1: The Self-Improvement Stack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coupled system
- Headline: The Self-Improvement Stack
- Subtitle: Diversity, verification, curriculum, adaptation, and infrastructure constrain one another.
- Labels: Diversity; Verification; Curriculum; Adaptation; Infrastructure
- Evidence: CS329A Part 9, 00:00-06:51 + 65:23-67:42
## Visual direction
Five monitored layers around a bounded improvement loop.
## Teaching objective
Locate five bottlenecks in one loop.
## Speaker notes
Self-improvement is not one algorithm. Progress at one layer can reveal the next bottleneck. The integrated stack is teaching synthesis.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2: Why One Model Collapses Diversity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data flywheel
- Headline: Why One Model Collapses Diversity
- Subtitle: Repeated self-training can narrow measured reasoning in the evaluated settings.
- Labels: Round 0; Round 1; Round 2; Plateau
- Evidence: CS329A Part 9, 06:51-09:55 + Multiagent FT v2
## Visual direction
Many initial paths narrow into one repeated pattern over rounds.
## Teaching objective
Explain homogenization without universalizing it.
## Speaker notes
The paper reports a conditional result in evaluated reasoning settings. Similar surface forms are not the only issue; correlated assumptions can persist.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3: Specialize Generators and Critics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multiagent training
- Headline: Specialize Generators and Critics
- Subtitle: Independent role updates create a society of solution and critique strategies.
- Labels: Generate; Critique; Summarize; Vote
- Evidence: CS329A Part 9, 09:55-12:37 + Multiagent FT v2
## Visual direction
Generator and critic roles exchange evidence before aggregation.
## Teaching objective
Show role specialization and aggregation.
## Speaker notes
Agents here are model roles in a training workflow. Debate and voting do not guarantee truth when errors remain correlated.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4: Measure Diversity, Not Just Accuracy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proxy discipline
- Headline: Measure Diversity, Not Just Accuracy
- Subtitle: Useful variation supports later learning, but diversity metrics remain proxies.
- Labels: Accuracy; Likelihood; Embedding; Coverage
- Evidence: CS329A Part 9, 12:37-14:47 + Multiagent FT v2
## Visual direction
Accuracy rises while two proxy-diversity curves separate.
## Teaching objective
Keep performance and diversity measurements separate.
## Speaker notes
Likelihood and embedding dissimilarity can reveal homogenization but cannot prove conceptual completeness. More variation may also mean more low-quality output.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5: Correct Answer, Invalid Proof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process verification
- Headline: Correct Answer, Invalid Proof
- Subtitle: Outcome correctness cannot certify every transition in the reasoning path.
- Labels: Premise; Valid step; Broken step; Correct endpoint
- Evidence: CS329A Part 9, 14:47-18:03 + DeepSeekMath-V2 v1
## Visual direction
A green endpoint follows a red broken intermediate proof step.
## Teaching objective
Separate outcome from process verification.
## Speaker notes
Proof-style tasks expose the gap clearly. A correct endpoint can be reached through an unjustified step.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6: Verifier and Meta-Verifier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recursive trust
- Headline: Verifier and Meta-Verifier
- Subtitle: Check the proof, then check the feedback that judged the proof.
- Labels: Generator; Verifier; Meta-verifier; Hard examples
- Evidence: CS329A Part 9, 18:03-22:35 + DeepSeekMath-V2 v1
## Visual direction
Generator, verifier, and meta-verifier form an iterative cycle.
## Teaching objective
Teach the verifier hierarchy and trust boundary.
## Speaker notes
Meta-verification improves feedback quality but does not create certainty. The evidence is mathematical and benchmark-specific.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7: Let the Model Propose Tasks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self-play tasks
- Headline: Let the Model Propose Tasks
- Subtitle: Absolute Zero joins proposer and solver without an external task dataset.
- Labels: Pretrained model; Propose; Solve; Execute
- Evidence: CS329A Part 9, 22:35-25:45 + Absolute Zero v3
## Visual direction
One pretrained model branches into proposer and solver roles around an executor.
## Teaching objective
Explain proposer-solver self-play and zero-data boundary.
## Speaker notes
Zero data means no external task dataset in this loop. The model is pretrained and program execution supplies structure.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8: Build a Learnable Curriculum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curriculum frontier
- Headline: Build a Learnable Curriculum
- Subtitle: Valid, intermediate-difficulty tasks feed an evolving buffer.
- Labels: Deduction; Abduction; Induction; Buffer
- Evidence: CS329A Part 9, 25:45-33:07 + Absolute Zero v3
## Visual direction
A learnability peak lies between trivial and impossible tasks.
## Teaching objective
Explain learnability reward and curriculum dynamics.
## Speaker notes
Trivial tasks add little signal; impossible tasks yield no progress. Solver bias and buffer policy can narrow coverage.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9: Verification Is the Boundary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transfer boundary
- Headline: Verification Is the Boundary
- Subtitle: Feedback becomes slower, costlier, and more contested beyond executable domains.
- Labels: Unit test; Proof; Simulation; Experiment; Judgment
- Evidence: CS329A Part 9, 33:07-39:59 / discussion
## Visual direction
Verifiability spectrum from cheap objective checks to contested judgment.
## Teaching objective
Map transfer limits of self-generated curricula.
## Speaker notes
Learned rewards may extend reach but introduce misspecification and reward hacking. This is an open direction.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10: Intelligence per Watt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efficiency metric
- Headline: Intelligence per Watt
- Subtitle: Average task accuracy divided by average power, under a bounded workload and system boundary.
- Labels: 20+ models; 8 accelerators; 1M queries; v5
- Evidence: CS329A Part 9, 39:59-51:53 + IPW v5
## Visual direction
Accuracy-over-power fraction beside versioned scope and result cards.
## Teaching objective
Define IPW and attach every number to study scope.
## Speaker notes
Current v5 reports 88.7 percent best-of-local routing coverage; a separate longitudinal win/tie-rate statistic reaches 71.3 percent in 2025; IPW improved 5.3x historically. Local accelerators have at least 1.4x lower IPW than cloud accelerators for identical models.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11: Local, Cloud, or Hybrid?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systems routing
- Headline: Local, Cloud, or Hybrid?
- Subtitle: Route by capability, privacy, latency, energy, and cost; abstain when requirements fail.
- Labels: Local; Cloud; Hybrid; Abstain
- Evidence: CS329A Part 9, 48:51-57:00 + IPW v5 / synthesis
## Visual direction
A query router scores objectives before choosing local, cloud, or abstain.
## Teaching objective
Frame deployment as a multi-objective router.
## Speaker notes
No path wins universally. Local execution can help privacy or latency, but it does not guarantee privacy or lower total energy.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Slide 12: The Research Agenda
## Production method
Original 1600x900 local SVG rendered to PNG for exact text fidelity. No copied Stanford frames, figures, logos, or paper graphics.
## Style
Aged cream academic briefing, engineering grid, near-black type, cobalt proposals, teal verification, warm-brown compute, maroon constraints, red risks, no gradients.
## On-slide content
- Stage: research audit
- Headline: The Research Agenda
- Subtitle: Different experience; trustworthy feedback; learnable tasks; durable adaptation; efficient delivery.
- Labels: Difference; Verify; Learn; Persist; Deliver
- Evidence: CS329A Part 9, 51:53-67:42 / synthesis
## Visual direction
Five audit questions surround a bounded improvement loop.
## Teaching objective
Apply a five-question research audit.
## Speaker notes
The four papers do not evaluate an integrated stack. Use the questions to identify the limiting layer and a falsification test.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2026-08-29T04:35:33Z</dcterms:created>
  <dcterms:modified xsi:type="dcterms:W3CDTF">2026-08-29T04:35:33Z</dcterms:modified>
</cp:coreProperties>
</file>