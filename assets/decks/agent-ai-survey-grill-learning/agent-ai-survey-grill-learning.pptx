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01-slide-cover
Use case: LearnAI teaching deck about Agent AI survey and Q's grill-learning path.
Asset type: 16:9 presentation slide.
Style: intuition-machine; aged cream background; clear technical cards; teal, maroon, cobalt, brown accents; no logos; no photorealistic people; no decorative gradients.
Headline:
- Agent AI Is Not
- Just a Chatbot
Subtitle:
- A grill-based reading of "Agent AI: Surveying the Horizons of Multimodal Interaction"
Body:
- perception
- environment
- action
- feedback
Visual direction: Three linked cards arranged around an environment.
Execution note: This deck renders locally from SVG for exact text fidelity; this prompt records the intended visual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02-slide-paper-map
Use case: LearnAI teaching deck about Agent AI survey and Q's grill-learning path.
Asset type: 16:9 presentation slide.
Style: intuition-machine; aged cream background; clear technical cards; teal, maroon, cobalt, brown accents; no logos; no photorealistic people; no decorative gradients.
Headline:
- The Paper Gives a Map,
- Not a Finished Machine
Subtitle:
- Use it as a conceptual vocabulary, not a 2026 state-of-the-art catalog.
Body:
- January 2024 survey
- Moves beyond "LLM + tools + memory"
- Centers multimodal perception, grounded environments, action, and feedback
Visual direction: Paper-to-classroom vocabulary map.
Execution note: This deck renders locally from SVG for exact text fidelity; this prompt records the intended visual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03-slide-multimodal-vs-agentic
Use case: LearnAI teaching deck about Agent AI survey and Q's grill-learning path.
Asset type: 16:9 presentation slide.
Style: intuition-machine; aged cream background; clear technical cards; teal, maroon, cobalt, brown accents; no logos; no photorealistic people; no decorative gradients.
Headline:
- Multimodal Is Not
- Automatically Agentic
Subtitle:
- The difference is the task loop, not just the media type.
Body:
- Multimodal: understands text, image, video, audio, signals
- Agentic: chooses actions from perception, state, goal, feedback
- A caption is not yet an agent
Visual direction: Two-column comparison between multimodal ability and agentic ability.
Execution note: This deck renders locally from SVG for exact text fidelity; this prompt records the intended visual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04-slide-classroom-video-test
Use case: LearnAI teaching deck about Agent AI survey and Q's grill-learning path.
Asset type: 16:9 presentation slide.
Style: intuition-machine; aged cream background; clear technical cards; teal, maroon, cobalt, brown accents; no logos; no photorealistic people; no decorative gradients.
Headline:
- The Classroom
- Video Test
Subtitle:
- Saying "three students look confused" is perception, not the full agent loop.
Body:
- Describe confusion: multimodal perception
- Reteach + quiz + observe: agentic loop
- Description alone is not enough
Visual direction: Scenario branch from observation to action loop.
Execution note: This deck renders locally from SVG for exact text fidelity; this prompt records the intended visual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05-slide-agent-loop
Use case: LearnAI teaching deck about Agent AI survey and Q's grill-learning path.
Asset type: 16:9 presentation slide.
Style: intuition-machine; aged cream background; clear technical cards; teal, maroon, cobalt, brown accents; no logos; no photorealistic people; no decorative gradients.
Headline:
- The Agent Loop
- Has Six Questions
Subtitle:
- This is the reusable reading checklist for multimodal agents.
Body:
- Perception
- Environment
- Action
- Feedback
- Evaluation
- Ethical risk
Visual direction: Circular six-question loop.
Execution note: This deck renders locally from SVG for exact text fidelity; this prompt records the intended visual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06-slide-education-stakes
Use case: LearnAI teaching deck about Agent AI survey and Q's grill-learning path.
Asset type: 16:9 presentation slide.
Style: intuition-machine; aged cream background; clear technical cards; teal, maroon, cobalt, brown accents; no logos; no photorealistic people; no decorative gradients.
Headline:
- When Perception Becomes Action,
- Ethics Gets Harder
Subtitle:
- Wrong perception can become a classroom consequence.
Body:
- Privacy: screens, faces, grades, voice, teacher material
- Fairness: posture, accent, disability, lighting, camera quality
- Accountability: who authorized the action and who corrects it?
Visual direction: Risk flow from sensitive signal to AI interpretation to consequence.
Execution note: This deck renders locally from SVG for exact text fidelity; this prompt records the intended visual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07-slide-helps-vs-replaces
Use case: LearnAI teaching deck about Agent AI survey and Q's grill-learning path.
Asset type: 16:9 presentation slide.
Style: intuition-machine; aged cream background; clear technical cards; teal, maroon, cobalt, brown accents; no logos; no photorealistic people; no decorative gradients.
Headline:
- AI Helps Learning When
- Students Still Own Thinking
Subtitle:
- The boundary is observable student understanding.
Body:
- Help: explain, question, plan, revise, verify
- Replace: generate final answer without understanding
- Test: explain, verify, adapt, defend
Visual direction: Forked learning path.
Execution note: This deck renders locally from SVG for exact text fidelity; this prompt records the intended visual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08-slide-policy-not-allow-ban
Use case: LearnAI teaching deck about Agent AI survey and Q's grill-learning path.
Asset type: 16:9 presentation slide.
Style: intuition-machine; aged cream background; clear technical cards; teal, maroon, cobalt, brown accents; no logos; no photorealistic people; no decorative gradients.
Headline:
- "AI Allowed" and "AI Banned"
- Are Both Too Weak
Subtitle:
- Agentic systems need operational boundaries, not slogans.
Body:
- Approved tools
- Allowed and forbidden uses
- Privacy-safe disclosure
- Explicit exam and authorship boundaries
Visual direction: Binary policy replaced by policy matrix.
Execution note: This deck renders locally from SVG for exact text fidelity; this prompt records the intended visual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09-slide-governance-checklist
Use case: LearnAI teaching deck about Agent AI survey and Q's grill-learning path.
Asset type: 16:9 presentation slide.
Style: intuition-machine; aged cream background; clear technical cards; teal, maroon, cobalt, brown accents; no logos; no photorealistic people; no decorative gradients.
Headline:
- Classroom Agents Need
- Boundaries Before Deployment
Subtitle:
- Consent, audit, authority, and material protection must be explicit.
Body:
- Consent before recording or analyzing people
- Logs and audits for recommendations and actions
- Human authority for grading, discipline, accommodations, appeals
- No unauthorized upload of course or peer material
Visual direction: Practical governance checklist.
Execution note: This deck renders locally from SVG for exact text fidelity; this prompt records the intended visual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# 10-slide-closing
Use case: LearnAI teaching deck about Agent AI survey and Q's grill-learning path.
Asset type: 16:9 presentation slide.
Style: intuition-machine; aged cream background; clear technical cards; teal, maroon, cobalt, brown accents; no logos; no photorealistic people; no decorative gradients.
Headline:
- From Advice
- to Task Loop
Subtitle:
- The upgrade is AI participating in perception, action, and feedback.
Body:
- Chatbot: tells humans what to do
- Agent AI: participates in the task loop
- Governance: who authorized, who checks, who is accountable?
Visual direction: Advice box transforms into accountable task loop.
Execution note: This deck renders locally from SVG for exact text fidelity; this prompt records the intended visual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2026-08-28T20:55:49Z</dcterms:created>
  <dcterms:modified xsi:type="dcterms:W3CDTF">2026-08-28T20:55:49Z</dcterms:modified>
</cp:coreProperties>
</file>